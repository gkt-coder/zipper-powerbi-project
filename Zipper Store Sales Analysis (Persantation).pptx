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F898-E4CF-8585-C79B-769862677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265688"/>
            <a:ext cx="9440034" cy="2163312"/>
          </a:xfrm>
        </p:spPr>
        <p:txBody>
          <a:bodyPr>
            <a:normAutofit fontScale="90000"/>
          </a:bodyPr>
          <a:lstStyle/>
          <a:p>
            <a:r>
              <a:rPr lang="en-IN" dirty="0"/>
              <a:t>Zipper Store Sales Analysis</a:t>
            </a:r>
            <a:br>
              <a:rPr lang="en-IN" dirty="0"/>
            </a:br>
            <a:r>
              <a:rPr lang="en-IN" sz="4000" dirty="0"/>
              <a:t>Power BI Project</a:t>
            </a:r>
            <a:br>
              <a:rPr lang="en-IN" sz="5400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2C53A-6FA7-897F-3D22-FFAF2B218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181740"/>
            <a:ext cx="9440034" cy="1947852"/>
          </a:xfrm>
        </p:spPr>
        <p:txBody>
          <a:bodyPr/>
          <a:lstStyle/>
          <a:p>
            <a:r>
              <a:rPr lang="en-IN" sz="3200" dirty="0"/>
              <a:t>PRESENTATION BY GHANSHYAM KUMAR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54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7FDF-F1BF-D261-9B82-C385825F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8BC84-776B-793C-E53A-28D184B1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Zipper Store Sales Analysis project is an interactive Power BI dashboard developed to analyze sales performance, customer trends, product insights, and profit analysis across multiple business categories.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43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F999-D615-2891-07C1-996C0AD3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E773D-4670-0EB8-4ED1-1C763478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• Analyze overall business performance</a:t>
            </a:r>
            <a:br>
              <a:rPr lang="en-US" sz="3200" dirty="0"/>
            </a:br>
            <a:r>
              <a:rPr lang="en-US" sz="3200" dirty="0"/>
              <a:t>• Track sales and profit trends</a:t>
            </a:r>
            <a:br>
              <a:rPr lang="en-US" sz="3200" dirty="0"/>
            </a:br>
            <a:r>
              <a:rPr lang="en-US" sz="3200" dirty="0"/>
              <a:t>• Compare category-wise performance</a:t>
            </a:r>
            <a:br>
              <a:rPr lang="en-US" sz="3200" dirty="0"/>
            </a:br>
            <a:r>
              <a:rPr lang="en-US" sz="3200" dirty="0"/>
              <a:t>• Build interactive dashboards using Power BI</a:t>
            </a:r>
            <a:br>
              <a:rPr lang="en-US" sz="3200" dirty="0"/>
            </a:br>
            <a:r>
              <a:rPr lang="en-US" sz="3200" dirty="0"/>
              <a:t>• Generate meaningful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64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1111-5DB0-E7CC-B671-A3CEF449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834A-8507-FFEF-DCB6-5E3E3D90D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• Power BI</a:t>
            </a:r>
            <a:br>
              <a:rPr lang="en-US" sz="3200" dirty="0"/>
            </a:br>
            <a:r>
              <a:rPr lang="en-US" sz="3200" dirty="0"/>
              <a:t>• Excel</a:t>
            </a:r>
            <a:br>
              <a:rPr lang="en-US" sz="3200" dirty="0"/>
            </a:br>
            <a:r>
              <a:rPr lang="en-US" sz="3200" dirty="0"/>
              <a:t>• DAX</a:t>
            </a:r>
            <a:br>
              <a:rPr lang="en-US" sz="3200" dirty="0"/>
            </a:br>
            <a:r>
              <a:rPr lang="en-US" sz="3200" dirty="0"/>
              <a:t>• Data Cleaning</a:t>
            </a:r>
            <a:br>
              <a:rPr lang="en-US" sz="3200" dirty="0"/>
            </a:br>
            <a:r>
              <a:rPr lang="en-US" sz="3200" dirty="0"/>
              <a:t>• Data Modeling</a:t>
            </a:r>
            <a:br>
              <a:rPr lang="en-US" sz="3200" dirty="0"/>
            </a:br>
            <a:r>
              <a:rPr lang="en-US" sz="3200" dirty="0"/>
              <a:t>• Data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22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D3C4-7A30-DD01-CD6C-25149ACB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433B-FA9E-3E51-EA93-76AA07AD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dataset contains business sales information including: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• Product Categories</a:t>
            </a:r>
            <a:br>
              <a:rPr lang="en-US" sz="2400" dirty="0"/>
            </a:br>
            <a:r>
              <a:rPr lang="en-US" sz="2400" dirty="0"/>
              <a:t>• Sales Amount</a:t>
            </a:r>
            <a:br>
              <a:rPr lang="en-US" sz="2400" dirty="0"/>
            </a:br>
            <a:r>
              <a:rPr lang="en-US" sz="2400" dirty="0"/>
              <a:t>• Profit</a:t>
            </a:r>
            <a:br>
              <a:rPr lang="en-US" sz="2400" dirty="0"/>
            </a:br>
            <a:r>
              <a:rPr lang="en-US" sz="2400" dirty="0"/>
              <a:t>• Quantity Sold</a:t>
            </a:r>
            <a:br>
              <a:rPr lang="en-US" sz="2400" dirty="0"/>
            </a:br>
            <a:r>
              <a:rPr lang="en-US" sz="2400" dirty="0"/>
              <a:t>• Monthly Sales Data</a:t>
            </a:r>
            <a:br>
              <a:rPr lang="en-US" sz="2400" dirty="0"/>
            </a:br>
            <a:r>
              <a:rPr lang="en-US" sz="2400" dirty="0"/>
              <a:t>• Customer Information</a:t>
            </a:r>
            <a:br>
              <a:rPr lang="en-US" sz="2400" dirty="0"/>
            </a:br>
            <a:r>
              <a:rPr lang="en-US" sz="2400" dirty="0"/>
              <a:t>• Regional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443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6F86-F5D8-5119-C298-B0FC5F8C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6F5A-053D-604E-1760-EF2D91704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000" dirty="0"/>
              <a:t>The project contains multiple dashboard pages:</a:t>
            </a:r>
            <a:br>
              <a:rPr lang="en-IN" sz="3000" dirty="0"/>
            </a:br>
            <a:br>
              <a:rPr lang="en-IN" sz="2600" dirty="0"/>
            </a:br>
            <a:r>
              <a:rPr lang="en-IN" sz="2600" dirty="0"/>
              <a:t>• Home Dashboard</a:t>
            </a:r>
            <a:br>
              <a:rPr lang="en-IN" sz="2600" dirty="0"/>
            </a:br>
            <a:r>
              <a:rPr lang="en-IN" sz="2600" dirty="0"/>
              <a:t>• Home &amp; Kitchen Dashboard</a:t>
            </a:r>
            <a:br>
              <a:rPr lang="en-IN" sz="2600" dirty="0"/>
            </a:br>
            <a:r>
              <a:rPr lang="en-IN" sz="2600" dirty="0"/>
              <a:t>• Clothing Dashboard</a:t>
            </a:r>
            <a:br>
              <a:rPr lang="en-IN" sz="2600" dirty="0"/>
            </a:br>
            <a:r>
              <a:rPr lang="en-IN" sz="2600" dirty="0"/>
              <a:t>• Medicine Dashboard</a:t>
            </a:r>
            <a:br>
              <a:rPr lang="en-IN" sz="2600" dirty="0"/>
            </a:br>
            <a:r>
              <a:rPr lang="en-IN" sz="2600" dirty="0"/>
              <a:t>• Grocery Dashboard</a:t>
            </a:r>
            <a:br>
              <a:rPr lang="en-IN" sz="2600" dirty="0"/>
            </a:br>
            <a:r>
              <a:rPr lang="en-IN" sz="2600" dirty="0"/>
              <a:t>• Electronics Dashboard</a:t>
            </a:r>
            <a:br>
              <a:rPr lang="en-IN" sz="2600" dirty="0"/>
            </a:br>
            <a:r>
              <a:rPr lang="en-IN" sz="2600" dirty="0"/>
              <a:t>• Sports Dashboard</a:t>
            </a:r>
            <a:br>
              <a:rPr lang="en-IN" sz="2600" dirty="0"/>
            </a:br>
            <a:r>
              <a:rPr lang="en-IN" sz="2600" dirty="0"/>
              <a:t>• Books &amp; Stationary Dashboard</a:t>
            </a:r>
            <a:br>
              <a:rPr lang="en-IN" sz="2600" dirty="0"/>
            </a:br>
            <a:r>
              <a:rPr lang="en-IN" sz="2600" dirty="0"/>
              <a:t>• Toys Dashboard</a:t>
            </a:r>
            <a:br>
              <a:rPr lang="en-IN" sz="2600" dirty="0"/>
            </a:br>
            <a:r>
              <a:rPr lang="en-IN" sz="2600" dirty="0"/>
              <a:t>• Beauty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44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0ED4-1A9C-28A1-EA55-A3048593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C460B-19DF-F7BC-223F-75A101898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Home Dashboard provides: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• Navigation buttons</a:t>
            </a:r>
            <a:br>
              <a:rPr lang="en-US" sz="2800" dirty="0"/>
            </a:br>
            <a:r>
              <a:rPr lang="en-US" sz="2800" dirty="0"/>
              <a:t>• Overall dashboard access</a:t>
            </a:r>
            <a:br>
              <a:rPr lang="en-US" sz="2800" dirty="0"/>
            </a:br>
            <a:r>
              <a:rPr lang="en-US" sz="2800" dirty="0"/>
              <a:t>• Category selection</a:t>
            </a:r>
            <a:br>
              <a:rPr lang="en-US" sz="2800" dirty="0"/>
            </a:br>
            <a:r>
              <a:rPr lang="en-US" sz="2800" dirty="0"/>
              <a:t>• Interactive navigation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19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DADC-9AAC-7F45-0A7E-81EED031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DE0C-D59B-7898-9BBD-29ECA9F77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KPI Cards</a:t>
            </a:r>
            <a:br>
              <a:rPr lang="en-US" sz="2800" dirty="0"/>
            </a:br>
            <a:r>
              <a:rPr lang="en-US" sz="2800" dirty="0"/>
              <a:t>• Bar Charts</a:t>
            </a:r>
            <a:br>
              <a:rPr lang="en-US" sz="2800" dirty="0"/>
            </a:br>
            <a:r>
              <a:rPr lang="en-US" sz="2800" dirty="0"/>
              <a:t>• Line Charts</a:t>
            </a:r>
            <a:br>
              <a:rPr lang="en-US" sz="2800" dirty="0"/>
            </a:br>
            <a:r>
              <a:rPr lang="en-US" sz="2800" dirty="0"/>
              <a:t>• Pie Charts</a:t>
            </a:r>
            <a:br>
              <a:rPr lang="en-US" sz="2800" dirty="0"/>
            </a:br>
            <a:r>
              <a:rPr lang="en-US" sz="2800" dirty="0"/>
              <a:t>• Donut Charts</a:t>
            </a:r>
            <a:br>
              <a:rPr lang="en-US" sz="2800" dirty="0"/>
            </a:br>
            <a:r>
              <a:rPr lang="en-US" sz="2800" dirty="0"/>
              <a:t>• </a:t>
            </a:r>
            <a:r>
              <a:rPr lang="en-US" sz="2800" dirty="0" err="1"/>
              <a:t>Treemap</a:t>
            </a:r>
            <a:br>
              <a:rPr lang="en-US" sz="2800" dirty="0"/>
            </a:br>
            <a:r>
              <a:rPr lang="en-US" sz="2800" dirty="0"/>
              <a:t>• Matrix Tables</a:t>
            </a:r>
            <a:br>
              <a:rPr lang="en-US" sz="2800" dirty="0"/>
            </a:br>
            <a:r>
              <a:rPr lang="en-US" sz="2800" dirty="0"/>
              <a:t>• Slicers &amp;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79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7DD9-57F8-BD9D-9C57-AA1761C0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54F0-192C-C8E4-CD0A-8B73CDFAF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Identified top-performing categories</a:t>
            </a:r>
            <a:br>
              <a:rPr lang="en-US" sz="2800" dirty="0"/>
            </a:br>
            <a:r>
              <a:rPr lang="en-US" sz="2800" dirty="0"/>
              <a:t>• Compared profit and sales trends</a:t>
            </a:r>
            <a:br>
              <a:rPr lang="en-US" sz="2800" dirty="0"/>
            </a:br>
            <a:r>
              <a:rPr lang="en-US" sz="2800" dirty="0"/>
              <a:t>• Tracked monthly business growth</a:t>
            </a:r>
            <a:br>
              <a:rPr lang="en-US" sz="2800" dirty="0"/>
            </a:br>
            <a:r>
              <a:rPr lang="en-US" sz="2800" dirty="0"/>
              <a:t>• Analyzed customer purchasing behavior</a:t>
            </a:r>
            <a:br>
              <a:rPr lang="en-US" sz="2800" dirty="0"/>
            </a:br>
            <a:r>
              <a:rPr lang="en-US" sz="2800" dirty="0"/>
              <a:t>• Improved business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03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4036-F685-DC1D-7282-86CAA21C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0686-7FC3-9A98-ACDA-6054D1F1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Better understanding of sales performance</a:t>
            </a:r>
            <a:br>
              <a:rPr lang="en-US" sz="2800" dirty="0"/>
            </a:br>
            <a:r>
              <a:rPr lang="en-US" sz="2800" dirty="0"/>
              <a:t>• Easy tracking of KPIs</a:t>
            </a:r>
            <a:br>
              <a:rPr lang="en-US" sz="2800" dirty="0"/>
            </a:br>
            <a:r>
              <a:rPr lang="en-US" sz="2800" dirty="0"/>
              <a:t>• Faster business analysis</a:t>
            </a:r>
            <a:br>
              <a:rPr lang="en-US" sz="2800" dirty="0"/>
            </a:br>
            <a:r>
              <a:rPr lang="en-US" sz="2800" dirty="0"/>
              <a:t>• Improved reporting process</a:t>
            </a:r>
            <a:br>
              <a:rPr lang="en-US" sz="2800" dirty="0"/>
            </a:br>
            <a:r>
              <a:rPr lang="en-US" sz="2800" dirty="0"/>
              <a:t>• Interactive dashboard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61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5A7F-46E6-7891-B0BA-23819617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5329-E2B5-2D8E-5D41-DE65A333E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Data cleaning and preprocessing</a:t>
            </a:r>
            <a:br>
              <a:rPr lang="en-US" sz="2800" dirty="0"/>
            </a:br>
            <a:r>
              <a:rPr lang="en-US" sz="2800" dirty="0"/>
              <a:t>• Handling multiple categories</a:t>
            </a:r>
            <a:br>
              <a:rPr lang="en-US" sz="2800" dirty="0"/>
            </a:br>
            <a:r>
              <a:rPr lang="en-US" sz="2800" dirty="0"/>
              <a:t>• Creating interactive dashboard navigation</a:t>
            </a:r>
            <a:br>
              <a:rPr lang="en-US" sz="2800" dirty="0"/>
            </a:br>
            <a:r>
              <a:rPr lang="en-US" sz="2800" dirty="0"/>
              <a:t>• Designing effective visualizations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71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4914-4F12-1F50-A3B4-81046E52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FCB9-D0D5-6BD4-008A-D80CD98CF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Power BI Dashboard Development</a:t>
            </a:r>
            <a:br>
              <a:rPr lang="en-US" sz="2800" dirty="0"/>
            </a:br>
            <a:r>
              <a:rPr lang="en-US" sz="2800" dirty="0"/>
              <a:t>• Data Visualization</a:t>
            </a:r>
            <a:br>
              <a:rPr lang="en-US" sz="2800" dirty="0"/>
            </a:br>
            <a:r>
              <a:rPr lang="en-US" sz="2800" dirty="0"/>
              <a:t>• Data Cleaning</a:t>
            </a:r>
            <a:br>
              <a:rPr lang="en-US" sz="2800" dirty="0"/>
            </a:br>
            <a:r>
              <a:rPr lang="en-US" sz="2800" dirty="0"/>
              <a:t>• DAX Basics</a:t>
            </a:r>
            <a:br>
              <a:rPr lang="en-US" sz="2800" dirty="0"/>
            </a:br>
            <a:r>
              <a:rPr lang="en-US" sz="2800" dirty="0"/>
              <a:t>• Business Analysis</a:t>
            </a:r>
            <a:br>
              <a:rPr lang="en-US" sz="2800" dirty="0"/>
            </a:br>
            <a:r>
              <a:rPr lang="en-US" sz="2800" dirty="0"/>
              <a:t>• Reporting &amp; KPI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683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00F4-A606-2E2D-C390-A85A2329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D03C8-4C41-8AF6-0471-910B98EBB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• Add advanced DAX calculations</a:t>
            </a:r>
            <a:br>
              <a:rPr lang="en-US" sz="2800" dirty="0"/>
            </a:br>
            <a:r>
              <a:rPr lang="en-US" sz="2800" dirty="0"/>
              <a:t>• Add forecasting analysis</a:t>
            </a:r>
            <a:br>
              <a:rPr lang="en-US" sz="2800" dirty="0"/>
            </a:br>
            <a:r>
              <a:rPr lang="en-US" sz="2800" dirty="0"/>
              <a:t>• Create real-time dashboards</a:t>
            </a:r>
            <a:br>
              <a:rPr lang="en-US" sz="2800" dirty="0"/>
            </a:br>
            <a:r>
              <a:rPr lang="en-US" sz="2800" dirty="0"/>
              <a:t>• Integrate SQL database</a:t>
            </a:r>
            <a:br>
              <a:rPr lang="en-US" sz="2800" dirty="0"/>
            </a:br>
            <a:r>
              <a:rPr lang="en-US" sz="2800" dirty="0"/>
              <a:t>• Publish dashboards online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61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3D6D-05F7-E464-F1E0-CED8EDC2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2455-F746-15D3-41F5-D4B2BED8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project helped improve my Power BI, business analysis, and dashboard development skills by creating multiple interactive dashboards for business sales analysis.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4427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33E7-A284-3EFB-55A4-486E2E73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3B4F3-9098-C11B-6524-6D4C4C94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Thank You!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Ghanshyam Kumar</a:t>
            </a:r>
            <a:br>
              <a:rPr lang="en-US" sz="3200" dirty="0"/>
            </a:br>
            <a:r>
              <a:rPr lang="en-US" sz="3200" dirty="0"/>
              <a:t>Aspiring Data Analyst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412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38</TotalTime>
  <Words>435</Words>
  <Application>Microsoft Office PowerPoint</Application>
  <PresentationFormat>Widescreen</PresentationFormat>
  <Paragraphs>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Calisto MT</vt:lpstr>
      <vt:lpstr>Wingdings 2</vt:lpstr>
      <vt:lpstr>Slate</vt:lpstr>
      <vt:lpstr>Zipper Store Sales Analysis Power BI Project </vt:lpstr>
      <vt:lpstr>Project Introduction</vt:lpstr>
      <vt:lpstr>Project Objectives</vt:lpstr>
      <vt:lpstr>Tools &amp; Technologies Used</vt:lpstr>
      <vt:lpstr>Dataset Information</vt:lpstr>
      <vt:lpstr>Dashboard Pages</vt:lpstr>
      <vt:lpstr>Home Dashboard</vt:lpstr>
      <vt:lpstr>Visualizations Used</vt:lpstr>
      <vt:lpstr>Key Business Insights</vt:lpstr>
      <vt:lpstr>Business Benefits</vt:lpstr>
      <vt:lpstr>Challenges Faced</vt:lpstr>
      <vt:lpstr>Skills Gained</vt:lpstr>
      <vt:lpstr>Future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GHANSHYAM KUMAR</dc:creator>
  <cp:lastModifiedBy>GHANSHYAM KUMAR</cp:lastModifiedBy>
  <cp:revision>1</cp:revision>
  <dcterms:created xsi:type="dcterms:W3CDTF">2026-05-16T04:57:03Z</dcterms:created>
  <dcterms:modified xsi:type="dcterms:W3CDTF">2026-05-16T05:35:15Z</dcterms:modified>
</cp:coreProperties>
</file>